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71" r:id="rId5"/>
    <p:sldId id="258" r:id="rId6"/>
    <p:sldId id="259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28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07B3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4039" y="545595"/>
            <a:ext cx="4124533" cy="104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3600" dirty="0">
                <a:solidFill>
                  <a:srgbClr val="E07B39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Setting boundaries</a:t>
            </a:r>
            <a:endParaRPr lang="en-US" sz="36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88461" y="1921647"/>
            <a:ext cx="5595687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Agree or Disagree?</a:t>
            </a:r>
            <a:endParaRPr lang="en-US" sz="39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2170" y="2843676"/>
            <a:ext cx="7728268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A0A0A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Move to the side of the class that matches your opinion!</a:t>
            </a:r>
            <a:endParaRPr lang="en-US" sz="2400" b="1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9275" y="3804832"/>
            <a:ext cx="36412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3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Door = AGREE 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248117" y="3804832"/>
            <a:ext cx="47722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32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🪟 Window = DISAGREE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E07B3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85070"/>
            <a:ext cx="9326880" cy="1173361"/>
          </a:xfrm>
          <a:prstGeom prst="rect">
            <a:avLst/>
          </a:prstGeom>
          <a:noFill/>
          <a:ln/>
        </p:spPr>
        <p:txBody>
          <a:bodyPr wrap="square" lIns="666750" tIns="0" rIns="66675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good friend always puts your needs before their own."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1490" y="2219325"/>
            <a:ext cx="8161020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"A good friend never makes you feel guilty for spending time with other people."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032546"/>
            <a:ext cx="7772400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5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"Setting boundaries with friends is selfish."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85070"/>
            <a:ext cx="9326880" cy="1173361"/>
          </a:xfrm>
          <a:prstGeom prst="rect">
            <a:avLst/>
          </a:prstGeom>
          <a:noFill/>
          <a:ln/>
        </p:spPr>
        <p:txBody>
          <a:bodyPr wrap="square" lIns="666750" tIns="0" rIns="66675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a friend talks behind your back once, the friendship is over."</a:t>
            </a:r>
            <a:endParaRPr lang="en-US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2011710"/>
            <a:ext cx="9326880" cy="1120080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"It's okay to check your best friend's phone if you're worried about them."</a:t>
            </a:r>
            <a:endParaRPr lang="en-US" sz="3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8645" y="2165896"/>
            <a:ext cx="7966710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4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"It's important to have time alone, even when you have close friends."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85070"/>
            <a:ext cx="9326880" cy="1173361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should always forgive your friends, no matter what they did."</a:t>
            </a:r>
            <a:endParaRPr lang="en-US" sz="3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2011710"/>
            <a:ext cx="9326880" cy="1120080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someone is toxic, just cut them off – no explanation needed."</a:t>
            </a:r>
            <a:endParaRPr lang="en-US" sz="3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2011710"/>
            <a:ext cx="9326880" cy="1120080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"Best friends should share everything – including passwords."</a:t>
            </a:r>
            <a:endParaRPr lang="en-US" sz="3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58429"/>
            <a:ext cx="9326880" cy="1226641"/>
          </a:xfrm>
          <a:prstGeom prst="rect">
            <a:avLst/>
          </a:prstGeom>
          <a:noFill/>
          <a:ln/>
        </p:spPr>
        <p:txBody>
          <a:bodyPr wrap="square" lIns="666750" tIns="0" rIns="666750" bIns="0" rtlCol="0" anchor="t"/>
          <a:lstStyle/>
          <a:p>
            <a:pPr marL="0" indent="0" algn="ctr">
              <a:lnSpc>
                <a:spcPts val="4830"/>
              </a:lnSpc>
              <a:buNone/>
            </a:pPr>
            <a:r>
              <a:rPr lang="en-US" sz="3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little jealousy in friendships is actually healthy."</a:t>
            </a:r>
            <a:endParaRPr lang="en-US" sz="3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85070"/>
            <a:ext cx="9326880" cy="1173361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true friend would never say no when you really need them."</a:t>
            </a:r>
            <a:endParaRPr lang="en-US" sz="3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85070"/>
            <a:ext cx="9326880" cy="1173361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"Sometimes you have to hurt a friend's feelings to help them."</a:t>
            </a:r>
            <a:endParaRPr lang="en-US" sz="3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2011710"/>
            <a:ext cx="9326880" cy="1120080"/>
          </a:xfrm>
          <a:prstGeom prst="rect">
            <a:avLst/>
          </a:prstGeom>
          <a:noFill/>
          <a:ln/>
        </p:spPr>
        <p:txBody>
          <a:bodyPr wrap="square" lIns="523875" tIns="0" rIns="523875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can't have a really close friendship AND strong boundaries."</a:t>
            </a:r>
            <a:endParaRPr lang="en-US" sz="3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85070"/>
            <a:ext cx="9326880" cy="1173361"/>
          </a:xfrm>
          <a:prstGeom prst="rect">
            <a:avLst/>
          </a:prstGeom>
          <a:noFill/>
          <a:ln/>
        </p:spPr>
        <p:txBody>
          <a:bodyPr wrap="square" lIns="571500" tIns="0" rIns="57150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"Sometimes the kindest thing you can do is end the friendship."</a:t>
            </a:r>
            <a:endParaRPr lang="en-US" sz="3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Step 1: Pair discussion</a:t>
            </a:r>
            <a:endParaRPr kumimoji="0" lang="en-US" sz="2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657225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6250" y="1160264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 Student A reads a scenario (card) to Student 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6250" y="1785045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2. Student B gives advice: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7250" y="2409825"/>
            <a:ext cx="796671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A0A0A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"What would you say? How would you handle it?"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6250" y="3007965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3. Discuss – agree, disagree, add ideas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6250" y="3632746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4. Take the next card, swap roles and repeat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6250" y="4352776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Continue until all 8 scenarios are done!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Step 2: Rank Together</a:t>
            </a:r>
            <a:endParaRPr kumimoji="0" lang="en-US" sz="2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6250" y="1356420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 Lay out all 8 cards on the table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6250" y="2019300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2. Together, rank them: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7250" y="2682180"/>
            <a:ext cx="796671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3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 = Easiest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to deal with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3371701"/>
            <a:ext cx="796671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3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4433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 = Hardest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to deal with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6250" y="4156472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 ready to explain your #1 and #8!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Macintosh PowerPoint</Application>
  <PresentationFormat>Bildschirmpräsentation (16:9)</PresentationFormat>
  <Paragraphs>49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ADLaM Display</vt:lpstr>
      <vt:lpstr>Aptos</vt:lpstr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 or Disagree - Setting Boundaries</dc:title>
  <dc:subject>PptxGenJS Presentation</dc:subject>
  <dc:creator>English Class</dc:creator>
  <cp:lastModifiedBy>Orhan Vehabovic</cp:lastModifiedBy>
  <cp:revision>12</cp:revision>
  <dcterms:created xsi:type="dcterms:W3CDTF">2026-01-13T05:40:12Z</dcterms:created>
  <dcterms:modified xsi:type="dcterms:W3CDTF">2026-01-13T13:50:21Z</dcterms:modified>
</cp:coreProperties>
</file>