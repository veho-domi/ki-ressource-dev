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badf4c51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bbadf4c51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bbadf4c51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9bbadf4c51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badf4c5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bbadf4c5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bbadf4c5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bbadf4c5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bbadf4c5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bbadf4c5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bbadf4c5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9bbadf4c5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title"/>
          </p:nvPr>
        </p:nvSpPr>
        <p:spPr>
          <a:xfrm>
            <a:off x="933150" y="207050"/>
            <a:ext cx="72777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"A Journey That Went Wrong"</a:t>
            </a:r>
            <a:endParaRPr/>
          </a:p>
        </p:txBody>
      </p:sp>
      <p:sp>
        <p:nvSpPr>
          <p:cNvPr id="129" name="Google Shape;129;p13"/>
          <p:cNvSpPr txBox="1"/>
          <p:nvPr>
            <p:ph idx="1" type="body"/>
          </p:nvPr>
        </p:nvSpPr>
        <p:spPr>
          <a:xfrm>
            <a:off x="191550" y="715300"/>
            <a:ext cx="8582100" cy="4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mini-play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(= Erzähler/in)!</a:t>
            </a:r>
            <a:endParaRPr sz="22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933150" y="207050"/>
            <a:ext cx="72777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"A Journey That Went Wrong"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191550" y="715300"/>
            <a:ext cx="8582100" cy="4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mini-play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(= Erzähler/in)!</a:t>
            </a:r>
            <a:endParaRPr sz="22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step</a:t>
            </a:r>
            <a:r>
              <a:rPr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Plan your story together (setting, what went wrong, etc.)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933150" y="207050"/>
            <a:ext cx="72777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"A Journey That Went Wrong"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191550" y="715300"/>
            <a:ext cx="8582100" cy="4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mini-play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(= Erzähler/in)!</a:t>
            </a:r>
            <a:endParaRPr sz="22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step</a:t>
            </a:r>
            <a:r>
              <a:rPr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Plan your story together (setting, what went wrong, etc.)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step:</a:t>
            </a:r>
            <a:r>
              <a:rPr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Write the script in your school exercise book (everyone in the group!)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933150" y="207050"/>
            <a:ext cx="72777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"A Journey That Went Wrong"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191550" y="715300"/>
            <a:ext cx="8582100" cy="4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mini-play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(= Erzähler/in)!</a:t>
            </a:r>
            <a:endParaRPr sz="22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step</a:t>
            </a:r>
            <a:r>
              <a:rPr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Plan your story together (setting, what went wrong, etc.)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step:</a:t>
            </a:r>
            <a:r>
              <a:rPr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Write the script in your school exercise book (everyone in the group!)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format:</a:t>
            </a:r>
            <a:endParaRPr sz="17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Last summer, the Johnson family were at the airport waiting for their flight.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MUM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[looks at phone, frustrated] The flight is delayed six hours!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What? That's ridiculous!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They sat down in the waiting area. Tommy was getting bored…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933150" y="207050"/>
            <a:ext cx="72777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"A Journey That Went Wrong"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191550" y="715300"/>
            <a:ext cx="8582100" cy="4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mini-play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(= Erzähler/in)!</a:t>
            </a:r>
            <a:endParaRPr sz="22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step</a:t>
            </a:r>
            <a:r>
              <a:rPr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Plan your story together (setting, what went wrong, etc.)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step:</a:t>
            </a:r>
            <a:r>
              <a:rPr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Write the script in your school exercise book (everyone in the group!)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format:</a:t>
            </a:r>
            <a:endParaRPr sz="17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Last summer, the Johnson family were at the airport waiting for their flight.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MUM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[looks at phone, frustrated] The flight is delayed six hours!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What? That's ridiculous!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They sat down in the waiting area. Tommy was getting bored…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 step:</a:t>
            </a:r>
            <a:r>
              <a:rPr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Choose your roles: 1 narrator + 2-3 characters 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933150" y="207050"/>
            <a:ext cx="7277700" cy="39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"A Journey That Went Wrong"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191550" y="715300"/>
            <a:ext cx="8582100" cy="422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Write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mini-play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a </a:t>
            </a:r>
            <a:r>
              <a:rPr b="1"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22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(= Erzähler/in)!</a:t>
            </a:r>
            <a:endParaRPr sz="22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First step</a:t>
            </a:r>
            <a:r>
              <a:rPr lang="de" sz="2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Plan your story together (setting, what went wrong, etc.)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Second step:</a:t>
            </a:r>
            <a:r>
              <a:rPr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Write the script in your school exercise book (everyone in the group!)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 format:</a:t>
            </a:r>
            <a:endParaRPr sz="17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Last summer, the Johnson family were at the airport waiting for their flight.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MUM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[looks at phone, frustrated] The flight is delayed six hours!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DAD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What? That's ridiculous!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r>
              <a:rPr lang="de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They sat down in the waiting area. Tommy was getting bored…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Third step:</a:t>
            </a:r>
            <a:r>
              <a:rPr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Choose your roles: 1 narrator + 2-3 characters </a:t>
            </a:r>
            <a:endParaRPr sz="2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Fourth step:</a:t>
            </a:r>
            <a:r>
              <a:rPr lang="de" sz="2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Practice &amp; perform for the class! </a:t>
            </a:r>
            <a:endParaRPr sz="2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