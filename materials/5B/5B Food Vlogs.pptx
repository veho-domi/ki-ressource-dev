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Nuni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bold.fntdata"/><Relationship Id="rId11" Type="http://schemas.openxmlformats.org/officeDocument/2006/relationships/slide" Target="slides/slide6.xml"/><Relationship Id="rId22" Type="http://schemas.openxmlformats.org/officeDocument/2006/relationships/font" Target="fonts/Nunito-boldItalic.fntdata"/><Relationship Id="rId10" Type="http://schemas.openxmlformats.org/officeDocument/2006/relationships/slide" Target="slides/slide5.xml"/><Relationship Id="rId21" Type="http://schemas.openxmlformats.org/officeDocument/2006/relationships/font" Target="fonts/Nuni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Nunito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7b0da7139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a7b0da7139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7b0da7139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7b0da7139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7b0da7139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a7b0da7139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7b0da7139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a7b0da7139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7b0da7139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a7b0da7139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7b0da7139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a7b0da7139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7b0da7139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a7b0da7139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7b0da7139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a7b0da7139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a7b0da7139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a7b0da7139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a7b0da7139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a7b0da7139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a7b0da7139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a7b0da7139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a7b0da7139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a7b0da7139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drive.google.com/file/d/1y8lqT3yaacQI_G-Gx-D5uyhKIWT85y5R/view" TargetMode="External"/><Relationship Id="rId4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drive.google.com/file/d/1WqcpgGu0mqeIrAMc6ackGYneYrSR7_iJ/view" TargetMode="External"/><Relationship Id="rId4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drive.google.com/file/d/1iE_DzyC0Yk10Tx1tWXF4JyEo7ucQltUW/view" TargetMode="External"/><Relationship Id="rId4" Type="http://schemas.openxmlformats.org/officeDocument/2006/relationships/image" Target="../media/image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drive.google.com/file/d/1CZNkXHnfrM8lPqP90jn1uTVz6IcN7DKm/view" TargetMode="External"/><Relationship Id="rId4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drive.google.com/file/d/1CB4uvpoaZd8wzGBpMOkPJDNuXzqbJs8C/view" TargetMode="External"/><Relationship Id="rId4" Type="http://schemas.openxmlformats.org/officeDocument/2006/relationships/image" Target="../media/image9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drive.google.com/file/d/1Zx4yAljo-7mgjAF-zWowZ9XhFmjy_B6x/view" TargetMode="External"/><Relationship Id="rId4" Type="http://schemas.openxmlformats.org/officeDocument/2006/relationships/image" Target="../media/image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drive.google.com/file/d/1JhfPCZ2g_qg4iLOkohQDS8TIFznPG6Kz/view" TargetMode="External"/><Relationship Id="rId4" Type="http://schemas.openxmlformats.org/officeDocument/2006/relationships/image" Target="../media/image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://drive.google.com/file/d/1PW8Is4UxgGeY0KxHF6I09FpS3YX_ndUO/view" TargetMode="External"/><Relationship Id="rId4" Type="http://schemas.openxmlformats.org/officeDocument/2006/relationships/image" Target="../media/image8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drive.google.com/file/d/11wqNym-R8T2eRASlEZBQRF1Eu_e9NEiF/view" TargetMode="External"/><Relationship Id="rId4" Type="http://schemas.openxmlformats.org/officeDocument/2006/relationships/image" Target="../media/image10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://drive.google.com/file/d/14L4FGrRvy15DOLzfdFU2-Cc-mUDylLa6/view" TargetMode="External"/><Relationship Id="rId4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58700" y="984520"/>
            <a:ext cx="6085800" cy="234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4400"/>
              <a:t>⭐️ 5B </a:t>
            </a:r>
            <a:r>
              <a:rPr lang="de" sz="4400"/>
              <a:t>Food Vlogs </a:t>
            </a:r>
            <a:r>
              <a:rPr lang="de" sz="4400"/>
              <a:t>⭐️</a:t>
            </a:r>
            <a:endParaRPr sz="4400"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2142425" y="25717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de" sz="2000"/>
              <a:t>Live Premiere 11/21/2025</a:t>
            </a:r>
            <a:endParaRPr i="1"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Information on the grading</a:t>
            </a:r>
            <a:endParaRPr/>
          </a:p>
        </p:txBody>
      </p:sp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819150" y="1590900"/>
            <a:ext cx="7505700" cy="29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b="1" lang="de" sz="2300"/>
              <a:t>Sent on time?</a:t>
            </a:r>
            <a:r>
              <a:rPr lang="de" sz="2300"/>
              <a:t> (Script, Video) </a:t>
            </a:r>
            <a:br>
              <a:rPr lang="de" sz="2300"/>
            </a:br>
            <a:r>
              <a:rPr lang="de" sz="2300"/>
              <a:t>(4 Phases of our Project!) </a:t>
            </a:r>
            <a:r>
              <a:rPr b="1" lang="de" sz="2300"/>
              <a:t>(15%)</a:t>
            </a:r>
            <a:endParaRPr b="1"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b="1" lang="de" sz="2300"/>
              <a:t>Quality of your script?</a:t>
            </a:r>
            <a:r>
              <a:rPr lang="de" sz="2300"/>
              <a:t> </a:t>
            </a:r>
            <a:br>
              <a:rPr lang="de" sz="2300"/>
            </a:br>
            <a:r>
              <a:rPr lang="de" sz="2300"/>
              <a:t>(Structure, Content, Words and phrases) </a:t>
            </a:r>
            <a:r>
              <a:rPr b="1" lang="de" sz="2300"/>
              <a:t>(70%)</a:t>
            </a:r>
            <a:endParaRPr b="1"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b="1" lang="de" sz="2300"/>
              <a:t>Presentation? </a:t>
            </a:r>
            <a:br>
              <a:rPr lang="de" sz="2300"/>
            </a:br>
            <a:r>
              <a:rPr lang="de" sz="2300"/>
              <a:t>(Editing, Images/Videos, Visual storytelling) </a:t>
            </a:r>
            <a:r>
              <a:rPr b="1" lang="de" sz="2300"/>
              <a:t>(15%)</a:t>
            </a:r>
            <a:endParaRPr b="1" sz="2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 txBox="1"/>
          <p:nvPr>
            <p:ph type="title"/>
          </p:nvPr>
        </p:nvSpPr>
        <p:spPr>
          <a:xfrm>
            <a:off x="819150" y="608538"/>
            <a:ext cx="3153300" cy="392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The “art” of giving feedback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Write the video number and fill out the feedback form for each clip!</a:t>
            </a:r>
            <a:endParaRPr/>
          </a:p>
        </p:txBody>
      </p:sp>
      <p:pic>
        <p:nvPicPr>
          <p:cNvPr id="141" name="Google Shape;141;p15" title="Bildschirmfoto 2025-11-21 um 05.25.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1275" y="218037"/>
            <a:ext cx="3526200" cy="470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6" title="MicrosoftTeams-video (1)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25275" y="196600"/>
            <a:ext cx="2672050" cy="4750301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/>
        </p:nvSpPr>
        <p:spPr>
          <a:xfrm>
            <a:off x="257950" y="541675"/>
            <a:ext cx="2514900" cy="16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3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Video #1</a:t>
            </a:r>
            <a:endParaRPr sz="3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3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Copenhagen</a:t>
            </a:r>
            <a:endParaRPr sz="3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 txBox="1"/>
          <p:nvPr/>
        </p:nvSpPr>
        <p:spPr>
          <a:xfrm>
            <a:off x="5919750" y="1431575"/>
            <a:ext cx="2514900" cy="16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3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Video #2</a:t>
            </a:r>
            <a:endParaRPr sz="3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3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lang="de" sz="3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utterboden</a:t>
            </a:r>
            <a:endParaRPr sz="3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3" name="Google Shape;153;p17" title="original-0BA874F7-51D6-4E60-8B3C-D9A25522250F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63150" y="187800"/>
            <a:ext cx="2656775" cy="4763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8"/>
          <p:cNvSpPr txBox="1"/>
          <p:nvPr/>
        </p:nvSpPr>
        <p:spPr>
          <a:xfrm>
            <a:off x="386925" y="882150"/>
            <a:ext cx="2192400" cy="16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3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Video #3</a:t>
            </a:r>
            <a:endParaRPr sz="3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3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Roasted </a:t>
            </a:r>
            <a:br>
              <a:rPr lang="de" sz="3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de" sz="3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Almonds</a:t>
            </a:r>
            <a:endParaRPr sz="3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9" name="Google Shape;159;p18" title="1000049463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31725" y="194800"/>
            <a:ext cx="2659225" cy="4727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9"/>
          <p:cNvSpPr txBox="1"/>
          <p:nvPr/>
        </p:nvSpPr>
        <p:spPr>
          <a:xfrm>
            <a:off x="6242175" y="1726950"/>
            <a:ext cx="2192400" cy="16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3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Video #4</a:t>
            </a:r>
            <a:endParaRPr sz="3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3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Pars</a:t>
            </a:r>
            <a:endParaRPr sz="3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5" name="Google Shape;165;p19" title="1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02650" y="194925"/>
            <a:ext cx="2668874" cy="4744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0"/>
          <p:cNvSpPr txBox="1"/>
          <p:nvPr/>
        </p:nvSpPr>
        <p:spPr>
          <a:xfrm>
            <a:off x="554575" y="1082100"/>
            <a:ext cx="2192400" cy="16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3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Video #5</a:t>
            </a:r>
            <a:endParaRPr sz="3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3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Healthy </a:t>
            </a:r>
            <a:br>
              <a:rPr lang="de" sz="3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de" sz="3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Breakfast</a:t>
            </a:r>
            <a:endParaRPr sz="3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1" name="Google Shape;171;p20" title="MicrosoftTeams-video (2)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40475" y="180550"/>
            <a:ext cx="2669675" cy="474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1"/>
          <p:cNvSpPr txBox="1"/>
          <p:nvPr/>
        </p:nvSpPr>
        <p:spPr>
          <a:xfrm>
            <a:off x="6151875" y="1726950"/>
            <a:ext cx="2192400" cy="16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3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Video #6</a:t>
            </a:r>
            <a:endParaRPr sz="3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3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McDonalds</a:t>
            </a:r>
            <a:endParaRPr sz="3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7" name="Google Shape;177;p21" title="original-B3EFDC4D-A60F-4FD6-B2FB-04EBD24886E1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48525" y="219250"/>
            <a:ext cx="2652151" cy="4714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2"/>
          <p:cNvSpPr txBox="1"/>
          <p:nvPr/>
        </p:nvSpPr>
        <p:spPr>
          <a:xfrm>
            <a:off x="490075" y="1726950"/>
            <a:ext cx="2192400" cy="16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3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Video #7</a:t>
            </a:r>
            <a:endParaRPr sz="3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3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Italy</a:t>
            </a:r>
            <a:endParaRPr sz="3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3" name="Google Shape;183;p22" title="copy_3633CA99-EC3A-4ED1-85FD-61C41F4A70A5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82525" y="188150"/>
            <a:ext cx="3573226" cy="4764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3"/>
          <p:cNvSpPr txBox="1"/>
          <p:nvPr/>
        </p:nvSpPr>
        <p:spPr>
          <a:xfrm>
            <a:off x="6719350" y="1894600"/>
            <a:ext cx="2192400" cy="16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3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Video #8</a:t>
            </a:r>
            <a:endParaRPr sz="3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3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Hefezopf</a:t>
            </a:r>
            <a:endParaRPr sz="3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9" name="Google Shape;189;p23" title="copy_C0DA9591-1D32-45D3-AAD7-189C21CBC1E1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5800" y="193450"/>
            <a:ext cx="6335899" cy="4751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4"/>
          <p:cNvSpPr txBox="1"/>
          <p:nvPr/>
        </p:nvSpPr>
        <p:spPr>
          <a:xfrm>
            <a:off x="451375" y="1610850"/>
            <a:ext cx="2192400" cy="16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3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Video #9</a:t>
            </a:r>
            <a:endParaRPr sz="3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3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Yume</a:t>
            </a:r>
            <a:endParaRPr sz="3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5" name="Google Shape;195;p24" title="1119 Yume Mia - Merchzilla Merchandise &amp; Fashion Solutions (720p, h264, youtube)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73575" y="218663"/>
            <a:ext cx="2647226" cy="4706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5"/>
          <p:cNvSpPr txBox="1"/>
          <p:nvPr/>
        </p:nvSpPr>
        <p:spPr>
          <a:xfrm>
            <a:off x="6280850" y="1894575"/>
            <a:ext cx="2192400" cy="16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3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Video #10</a:t>
            </a:r>
            <a:endParaRPr sz="3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3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Jin’s</a:t>
            </a:r>
            <a:endParaRPr sz="3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1" name="Google Shape;201;p25" title="1763661572804673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67325" y="185825"/>
            <a:ext cx="2684175" cy="47718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