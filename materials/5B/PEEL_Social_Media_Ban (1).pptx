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TASK: PEEL Paragraph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Austria's Social Media Ban for Under-14s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January 2026, Austria announced plans to ban social media for children under 14,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effect in autumn 2026. Australia has already banned social media for under-16s.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You are OVER 14 – this law won't apply to you. But should it apply to younger students?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social media be banned for children under 14?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A: YES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that the ban IS a good idea.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34290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5204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B: NO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that the ban is NOT a good idea.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PEEL: </a:t>
            </a:r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oint → </a:t>
            </a:r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xplanation → </a:t>
            </a:r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vidence → </a:t>
            </a:r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PEEL Writing Task - Social Media Ban</dc:title>
  <dc:subject>PptxGenJS Presentation</dc:subject>
  <dc:creator>Koki</dc:creator>
  <cp:lastModifiedBy>Koki</cp:lastModifiedBy>
  <cp:revision>1</cp:revision>
  <dcterms:created xsi:type="dcterms:W3CDTF">2026-01-30T10:46:47Z</dcterms:created>
  <dcterms:modified xsi:type="dcterms:W3CDTF">2026-01-30T10:46:47Z</dcterms:modified>
</cp:coreProperties>
</file>